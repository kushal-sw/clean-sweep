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50292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640080"/>
            <a:ext cx="384048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CleanSweep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1272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1E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Home Cleaning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6393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Kushal  |  BTech CSE 2025–29  |  ITM Skills University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C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75488" cy="47548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865376"/>
            <a:ext cx="475488" cy="47548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475488" cy="47548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15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596896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&amp; Method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475488" cy="47548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3680" y="457200"/>
            <a:ext cx="2377440" cy="44119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57200"/>
            <a:ext cx="73152" cy="441198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645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C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Tech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Presentation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49140"/>
            <a:ext cx="100584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79602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Content slides limited to 4 as per guidelines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402336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4023360" cy="73152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98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households need professional cleaners — but booking is broken: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transparent, real-time pricing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task-level customisation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Poor trust signals (no background checks)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Cluttered, non-mobile-friendly interfaces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 checkout abandonment rates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206240" cy="96012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188720"/>
            <a:ext cx="91440" cy="96012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₹1,400 Cr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864608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home services market (2024)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230428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304288"/>
            <a:ext cx="91440" cy="96012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2377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864608" y="2779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abandon bookings mid-flow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34198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419856"/>
            <a:ext cx="91440" cy="96012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4930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864608" y="38953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urban cleaning demand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491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Our Solution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First Quick Service App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28600" y="182880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1993392"/>
            <a:ext cx="713232" cy="713232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29968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1752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0040" y="3337560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cleaning categories with illustrated service cards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28600" y="4462272"/>
            <a:ext cx="1965960" cy="64008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04872" y="182880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26664" y="1993392"/>
            <a:ext cx="713232" cy="713232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029968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78024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496312" y="3337560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specific tasks &amp; durations; cart updates live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404872" y="4462272"/>
            <a:ext cx="1965960" cy="64008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81144" y="182880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202936" y="1993392"/>
            <a:ext cx="713232" cy="713232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029968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54296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672584" y="3337560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cost calc with square footage &amp; discounts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81144" y="4462272"/>
            <a:ext cx="1965960" cy="64008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57416" y="182880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79208" y="1993392"/>
            <a:ext cx="713232" cy="713232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029968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30568" y="27889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848856" y="3337560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sessionStorage-powered seamless booking confirmation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757416" y="4462272"/>
            <a:ext cx="1965960" cy="64008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691640"/>
            <a:ext cx="1965960" cy="914400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45491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Working &amp; Method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6032" y="1188720"/>
            <a:ext cx="32004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1188720"/>
            <a:ext cx="91440" cy="100584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1298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" y="1664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structure, sessionStorage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" y="2377440"/>
            <a:ext cx="3200400" cy="1005840"/>
          </a:xfrm>
          <a:prstGeom prst="rect">
            <a:avLst/>
          </a:prstGeom>
          <a:solidFill>
            <a:srgbClr val="FD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2377440"/>
            <a:ext cx="91440" cy="100584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24871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5488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Flexbox, Grid, custom variables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" y="3566160"/>
            <a:ext cx="320040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3566160"/>
            <a:ext cx="91440" cy="1005840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3675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5488" y="4041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state, DOM, price estimator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6032" y="4114800"/>
            <a:ext cx="3200400" cy="749808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41879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Hourly Rate × Duration × Sq.Ft. Modifier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0" y="1115568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85032" y="1143000"/>
            <a:ext cx="2551176" cy="1426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0" y="2578608"/>
            <a:ext cx="260604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92240" y="1115568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19672" y="1143000"/>
            <a:ext cx="2551176" cy="14264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92240" y="2578608"/>
            <a:ext cx="260604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0" y="306324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85032" y="3090672"/>
            <a:ext cx="2551176" cy="1426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657600" y="4526280"/>
            <a:ext cx="260604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92240" y="3063240"/>
            <a:ext cx="2606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19672" y="3090672"/>
            <a:ext cx="2551176" cy="14264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92240" y="4526280"/>
            <a:ext cx="2606040" cy="25603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5491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56032" y="11430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1143000"/>
            <a:ext cx="2743200" cy="475488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1161288"/>
            <a:ext cx="384048" cy="38404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11795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Stack Works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" y="170078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production-quality UI built without any framework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2743200" cy="475488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161288"/>
            <a:ext cx="384048" cy="38404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67328" y="11795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37560" y="170078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 system kept code DRY and themeable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44768" y="11430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44768" y="1143000"/>
            <a:ext cx="2743200" cy="475488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08" y="1161288"/>
            <a:ext cx="384048" cy="384048"/>
          </a:xfrm>
          <a:prstGeom prst="ellipse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11696" y="117957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UI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81928" y="170078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price estimator with no React or Vue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56032" y="3246120"/>
            <a:ext cx="8631936" cy="1508760"/>
          </a:xfrm>
          <a:prstGeom prst="rect">
            <a:avLst/>
          </a:prstGeom>
          <a:solidFill>
            <a:srgbClr val="3C172A"/>
          </a:solidFill>
          <a:ln w="12700">
            <a:solidFill>
              <a:srgbClr val="3C172A"/>
            </a:solidFill>
            <a:prstDash val="solid"/>
          </a:ln>
          <a:effectLst>
            <a:outerShdw sx="100000" sy="100000" kx="0" ky="0" algn="bl" rotWithShape="0" blurRad="63500" dist="127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56032" y="3246120"/>
            <a:ext cx="8631936" cy="82296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364992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CleanSweep proves that thoughtful frontend engineering — clean HTML, modular CSS, and vanilla JS — can ship a polished, user-centred product without any framework.</a:t>
            </a:r>
            <a:endParaRPr lang="en-US" sz="14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491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C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594360"/>
            <a:ext cx="40233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703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1E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github.com/kushal-sw/clean-sweep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E91E7B"/>
          </a:solidFill>
          <a:ln w="12700">
            <a:solidFill>
              <a:srgbClr val="E91E7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CleanSweep: On-Demand Home Cleaning</dc:title>
  <dc:subject>PptxGenJS Presentation</dc:subject>
  <dc:creator>Kushal</dc:creator>
  <cp:lastModifiedBy>Kushal</cp:lastModifiedBy>
  <cp:revision>1</cp:revision>
  <dcterms:created xsi:type="dcterms:W3CDTF">2026-03-10T09:07:46Z</dcterms:created>
  <dcterms:modified xsi:type="dcterms:W3CDTF">2026-03-10T09:07:46Z</dcterms:modified>
</cp:coreProperties>
</file>